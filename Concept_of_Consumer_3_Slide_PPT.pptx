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51E6"/>
                </a:solidFill>
              </a:defRPr>
            </a:pPr>
            <a:r>
              <a:t>CONCEPT OF CONSUMER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0881360" cy="54864"/>
          </a:xfrm>
          <a:prstGeom prst="rect">
            <a:avLst/>
          </a:prstGeom>
          <a:solidFill>
            <a:srgbClr val="85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10789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2412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337"/>
                </a:solidFill>
              </a:defRPr>
            </a:pPr>
            <a:r>
              <a:t>Meaning of Consumer</a:t>
            </a:r>
          </a:p>
          <a:p>
            <a:pPr>
              <a:spcBef>
                <a:spcPts val="400"/>
              </a:spcBef>
              <a:defRPr sz="1400">
                <a:solidFill>
                  <a:srgbClr val="464E5F"/>
                </a:solidFill>
              </a:defRPr>
            </a:pPr>
            <a:r>
              <a:t>A consumer is a person or organization that purchases or uses goods and services to satisfy needs and wants.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200400"/>
            <a:ext cx="10789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337560"/>
            <a:ext cx="102412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337"/>
                </a:solidFill>
              </a:defRPr>
            </a:pPr>
            <a:r>
              <a:t>Meaning of Consumer Behaviour</a:t>
            </a:r>
          </a:p>
          <a:p>
            <a:pPr>
              <a:spcBef>
                <a:spcPts val="400"/>
              </a:spcBef>
              <a:defRPr sz="1400">
                <a:solidFill>
                  <a:srgbClr val="464E5F"/>
                </a:solidFill>
              </a:defRPr>
            </a:pPr>
            <a:r>
              <a:t>Consumer behaviour refers to how consumers identify needs, search for information, choose, purchase, use and evaluate products or services.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D87"/>
                </a:solidFill>
              </a:defRPr>
            </a:pPr>
            <a:r>
              <a:t>BBA 1st Semester  •  Consumer &amp; Consumer Behaviour  •  1/3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51E6"/>
                </a:solidFill>
              </a:defRPr>
            </a:pPr>
            <a:r>
              <a:t>CONSUMER BEHAVIOUR: KEY FACTORS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0881360" cy="54864"/>
          </a:xfrm>
          <a:prstGeom prst="rect">
            <a:avLst/>
          </a:prstGeom>
          <a:solidFill>
            <a:srgbClr val="85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107899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2412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337"/>
                </a:solidFill>
              </a:defRPr>
            </a:pPr>
            <a:r>
              <a:t>Personal Factors</a:t>
            </a:r>
          </a:p>
          <a:p>
            <a:pPr>
              <a:spcBef>
                <a:spcPts val="400"/>
              </a:spcBef>
              <a:defRPr sz="1400">
                <a:solidFill>
                  <a:srgbClr val="464E5F"/>
                </a:solidFill>
              </a:defRPr>
            </a:pPr>
            <a:r>
              <a:t>Age, income, occupation, lifestyle and personality can influence what a consumer buys.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017520"/>
            <a:ext cx="107899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154679"/>
            <a:ext cx="102412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337"/>
                </a:solidFill>
              </a:defRPr>
            </a:pPr>
            <a:r>
              <a:t>Psychological Factors</a:t>
            </a:r>
          </a:p>
          <a:p>
            <a:pPr>
              <a:spcBef>
                <a:spcPts val="400"/>
              </a:spcBef>
              <a:defRPr sz="1400">
                <a:solidFill>
                  <a:srgbClr val="464E5F"/>
                </a:solidFill>
              </a:defRPr>
            </a:pPr>
            <a:r>
              <a:t>Motivation, perception, learning, beliefs and attitudes affect purchasing decisions.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343400"/>
            <a:ext cx="107899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480560"/>
            <a:ext cx="102412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337"/>
                </a:solidFill>
              </a:defRPr>
            </a:pPr>
            <a:r>
              <a:t>Social &amp; Cultural Factors</a:t>
            </a:r>
          </a:p>
          <a:p>
            <a:pPr>
              <a:spcBef>
                <a:spcPts val="400"/>
              </a:spcBef>
              <a:defRPr sz="1400">
                <a:solidFill>
                  <a:srgbClr val="464E5F"/>
                </a:solidFill>
              </a:defRPr>
            </a:pPr>
            <a:r>
              <a:t>Family, friends, social groups, culture and traditions can shape consumer preferences.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D87"/>
                </a:solidFill>
              </a:defRPr>
            </a:pPr>
            <a:r>
              <a:t>BBA 1st Semester  •  Consumer &amp; Consumer Behaviour  •  2/3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51E6"/>
                </a:solidFill>
              </a:defRPr>
            </a:pPr>
            <a:r>
              <a:t>IMPORTANCE OF CONSUMER &amp; CONSUMER BEHAVIOUR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0881360" cy="54864"/>
          </a:xfrm>
          <a:prstGeom prst="rect">
            <a:avLst/>
          </a:prstGeom>
          <a:solidFill>
            <a:srgbClr val="85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107899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2412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337"/>
                </a:solidFill>
              </a:defRPr>
            </a:pPr>
            <a:r>
              <a:t>Creates Market Demand</a:t>
            </a:r>
          </a:p>
          <a:p>
            <a:pPr>
              <a:spcBef>
                <a:spcPts val="400"/>
              </a:spcBef>
              <a:defRPr sz="1400">
                <a:solidFill>
                  <a:srgbClr val="464E5F"/>
                </a:solidFill>
              </a:defRPr>
            </a:pPr>
            <a:r>
              <a:t>Consumer needs and purchasing decisions create demand for goods and services.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017520"/>
            <a:ext cx="107899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154679"/>
            <a:ext cx="102412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337"/>
                </a:solidFill>
              </a:defRPr>
            </a:pPr>
            <a:r>
              <a:t>Helps Businesses</a:t>
            </a:r>
          </a:p>
          <a:p>
            <a:pPr>
              <a:spcBef>
                <a:spcPts val="400"/>
              </a:spcBef>
              <a:defRPr sz="1400">
                <a:solidFill>
                  <a:srgbClr val="464E5F"/>
                </a:solidFill>
              </a:defRPr>
            </a:pPr>
            <a:r>
              <a:t>Understanding consumer behaviour helps businesses design products, set prices and create effective marketing strategies.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343400"/>
            <a:ext cx="107899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480560"/>
            <a:ext cx="102412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337"/>
                </a:solidFill>
              </a:defRPr>
            </a:pPr>
            <a:r>
              <a:t>Supports Better Decisions</a:t>
            </a:r>
          </a:p>
          <a:p>
            <a:pPr>
              <a:spcBef>
                <a:spcPts val="400"/>
              </a:spcBef>
              <a:defRPr sz="1400">
                <a:solidFill>
                  <a:srgbClr val="464E5F"/>
                </a:solidFill>
              </a:defRPr>
            </a:pPr>
            <a:r>
              <a:t>Studying consumer behaviour helps businesses understand changing preferences and improve customer satisfaction.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D87"/>
                </a:solidFill>
              </a:defRPr>
            </a:pPr>
            <a:r>
              <a:t>BBA 1st Semester  •  Consumer &amp; Consumer Behaviour  •  3/3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